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80246" y="2409143"/>
            <a:ext cx="12927509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Wzorzec projektowy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15657" y="3864406"/>
            <a:ext cx="825668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Podmiana algorytmu w trakcie 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wykonywania programu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9694" y="9013825"/>
            <a:ext cx="2468612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Szymon Ptasznik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4326" y="1028700"/>
            <a:ext cx="8584974" cy="6478079"/>
          </a:xfrm>
          <a:custGeom>
            <a:avLst/>
            <a:gdLst/>
            <a:ahLst/>
            <a:cxnLst/>
            <a:rect r="r" b="b" t="t" l="l"/>
            <a:pathLst>
              <a:path h="6478079" w="8584974">
                <a:moveTo>
                  <a:pt x="0" y="0"/>
                </a:moveTo>
                <a:lnTo>
                  <a:pt x="8584974" y="0"/>
                </a:lnTo>
                <a:lnTo>
                  <a:pt x="8584974" y="6478079"/>
                </a:lnTo>
                <a:lnTo>
                  <a:pt x="0" y="6478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472975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Zasady działania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08845"/>
            <a:ext cx="9038993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istnieje wspólny interfejs dla każdej ze strategii.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istnieje klient, który jest użytkownikiem strategii i posiada do nich referencje.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konkretne strategie są ustawiane przez klienta używając klasy kontekstu.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klient komunikuje się i nadzoruje działanie strategii.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36163" y="2041259"/>
            <a:ext cx="3223385" cy="1095951"/>
          </a:xfrm>
          <a:custGeom>
            <a:avLst/>
            <a:gdLst/>
            <a:ahLst/>
            <a:cxnLst/>
            <a:rect r="r" b="b" t="t" l="l"/>
            <a:pathLst>
              <a:path h="1095951" w="3223385">
                <a:moveTo>
                  <a:pt x="0" y="0"/>
                </a:moveTo>
                <a:lnTo>
                  <a:pt x="3223385" y="0"/>
                </a:lnTo>
                <a:lnTo>
                  <a:pt x="3223385" y="1095951"/>
                </a:lnTo>
                <a:lnTo>
                  <a:pt x="0" y="1095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041259"/>
            <a:ext cx="4536141" cy="1714171"/>
          </a:xfrm>
          <a:custGeom>
            <a:avLst/>
            <a:gdLst/>
            <a:ahLst/>
            <a:cxnLst/>
            <a:rect r="r" b="b" t="t" l="l"/>
            <a:pathLst>
              <a:path h="1714171" w="4536141">
                <a:moveTo>
                  <a:pt x="0" y="0"/>
                </a:moveTo>
                <a:lnTo>
                  <a:pt x="4536141" y="0"/>
                </a:lnTo>
                <a:lnTo>
                  <a:pt x="4536141" y="1714172"/>
                </a:lnTo>
                <a:lnTo>
                  <a:pt x="0" y="1714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755431"/>
            <a:ext cx="4536141" cy="1719344"/>
          </a:xfrm>
          <a:custGeom>
            <a:avLst/>
            <a:gdLst/>
            <a:ahLst/>
            <a:cxnLst/>
            <a:rect r="r" b="b" t="t" l="l"/>
            <a:pathLst>
              <a:path h="1719344" w="4536141">
                <a:moveTo>
                  <a:pt x="0" y="0"/>
                </a:moveTo>
                <a:lnTo>
                  <a:pt x="4536141" y="0"/>
                </a:lnTo>
                <a:lnTo>
                  <a:pt x="4536141" y="1719343"/>
                </a:lnTo>
                <a:lnTo>
                  <a:pt x="0" y="1719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474774"/>
            <a:ext cx="4536141" cy="1676924"/>
          </a:xfrm>
          <a:custGeom>
            <a:avLst/>
            <a:gdLst/>
            <a:ahLst/>
            <a:cxnLst/>
            <a:rect r="r" b="b" t="t" l="l"/>
            <a:pathLst>
              <a:path h="1676924" w="4536141">
                <a:moveTo>
                  <a:pt x="0" y="0"/>
                </a:moveTo>
                <a:lnTo>
                  <a:pt x="4536141" y="0"/>
                </a:lnTo>
                <a:lnTo>
                  <a:pt x="4536141" y="1676925"/>
                </a:lnTo>
                <a:lnTo>
                  <a:pt x="0" y="16769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6163" y="3858572"/>
            <a:ext cx="4949522" cy="4271977"/>
          </a:xfrm>
          <a:custGeom>
            <a:avLst/>
            <a:gdLst/>
            <a:ahLst/>
            <a:cxnLst/>
            <a:rect r="r" b="b" t="t" l="l"/>
            <a:pathLst>
              <a:path h="4271977" w="4949522">
                <a:moveTo>
                  <a:pt x="0" y="0"/>
                </a:moveTo>
                <a:lnTo>
                  <a:pt x="4949522" y="0"/>
                </a:lnTo>
                <a:lnTo>
                  <a:pt x="4949522" y="4271977"/>
                </a:lnTo>
                <a:lnTo>
                  <a:pt x="0" y="4271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57007" y="2114829"/>
            <a:ext cx="5402293" cy="3392687"/>
          </a:xfrm>
          <a:custGeom>
            <a:avLst/>
            <a:gdLst/>
            <a:ahLst/>
            <a:cxnLst/>
            <a:rect r="r" b="b" t="t" l="l"/>
            <a:pathLst>
              <a:path h="3392687" w="5402293">
                <a:moveTo>
                  <a:pt x="0" y="0"/>
                </a:moveTo>
                <a:lnTo>
                  <a:pt x="5402293" y="0"/>
                </a:lnTo>
                <a:lnTo>
                  <a:pt x="5402293" y="3392687"/>
                </a:lnTo>
                <a:lnTo>
                  <a:pt x="0" y="33926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1296736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Przykład - program do formatowania tekstu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6163" y="3259043"/>
            <a:ext cx="2055465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interfejs strategii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273531"/>
            <a:ext cx="431527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implementacje konkretnych strategii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36163" y="8254374"/>
            <a:ext cx="1841748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klasa kontekstu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2435" y="5645312"/>
            <a:ext cx="179739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przykład użycia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3719" y="942975"/>
            <a:ext cx="740107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Potencjalne zastosowania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01412"/>
            <a:ext cx="8971111" cy="221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Systemy płatności w aplikacjach internetowych. </a:t>
            </a:r>
          </a:p>
          <a:p>
            <a:pPr algn="l" marL="604523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 kompresji plików.</a:t>
            </a:r>
          </a:p>
          <a:p>
            <a:pPr algn="l" marL="604523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Programowanie AI postaci w grach.</a:t>
            </a:r>
          </a:p>
          <a:p>
            <a:pPr algn="l" marL="604523" indent="-302261" lvl="1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Logowanie w aplikacjach.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46" y="4378960"/>
            <a:ext cx="853921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wiele innych, tam gdzie chcemy zaimplementować pewną funkcjonalność na kilka różnych sposobów, możemy użyć strategy. Pozwoli nam to na podmienianie tych implementacji w zależności od wymogów użytkownika.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19860" y="942975"/>
            <a:ext cx="170929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zalety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92805" y="942975"/>
            <a:ext cx="341768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gdzie wady?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13869"/>
            <a:ext cx="709161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Łatwość dodania nowych algorytmów.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Łatwa zmiana wykonywanych algorytmów.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Brak zmiany kontekstu przy zmianie algorytmu.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013869"/>
            <a:ext cx="8115300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Przy prostym programie nie zmieniającym algorytmów dodawanie nowych klas i interfejsów może być niepotrzebne.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Klient musi wiedzieć o istniejących strategiach.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Jeśli strategii jest bardzo dużo, zarządzanie nimi może być trudne.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6666"/>
            <a:ext cx="991195" cy="1051634"/>
          </a:xfrm>
          <a:custGeom>
            <a:avLst/>
            <a:gdLst/>
            <a:ahLst/>
            <a:cxnLst/>
            <a:rect r="r" b="b" t="t" l="l"/>
            <a:pathLst>
              <a:path h="1051634" w="991195">
                <a:moveTo>
                  <a:pt x="0" y="0"/>
                </a:moveTo>
                <a:lnTo>
                  <a:pt x="991195" y="0"/>
                </a:lnTo>
                <a:lnTo>
                  <a:pt x="991195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7666" y="8206666"/>
            <a:ext cx="1051634" cy="1051634"/>
          </a:xfrm>
          <a:custGeom>
            <a:avLst/>
            <a:gdLst/>
            <a:ahLst/>
            <a:cxnLst/>
            <a:rect r="r" b="b" t="t" l="l"/>
            <a:pathLst>
              <a:path h="1051634" w="1051634">
                <a:moveTo>
                  <a:pt x="0" y="0"/>
                </a:moveTo>
                <a:lnTo>
                  <a:pt x="1051634" y="0"/>
                </a:lnTo>
                <a:lnTo>
                  <a:pt x="1051634" y="1051634"/>
                </a:lnTo>
                <a:lnTo>
                  <a:pt x="0" y="105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0309" y="2689578"/>
            <a:ext cx="1072738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Dziękuję za uwagę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DAG6S8O4XrE</dc:identifier>
  <dcterms:modified xsi:type="dcterms:W3CDTF">2011-08-01T06:04:30Z</dcterms:modified>
  <cp:revision>1</cp:revision>
  <dc:title>Wzorzec projektowy Strategy</dc:title>
</cp:coreProperties>
</file>